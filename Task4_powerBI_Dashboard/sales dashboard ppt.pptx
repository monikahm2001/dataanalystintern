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Set up: Open file &amp; inspect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Power BI Desktop</a:t>
            </a:r>
          </a:p>
          <a:p>
            <a:r>
              <a:t>• Home → Get Data → Excel → store_sales_data.xlsx</a:t>
            </a:r>
          </a:p>
          <a:p>
            <a:r>
              <a:t>• Select sheet (Example: SalesData)</a:t>
            </a:r>
          </a:p>
          <a:p>
            <a:r>
              <a:t>• Click Load or Transform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Clean Data in Power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Transform Data → Power Query Editor</a:t>
            </a:r>
          </a:p>
          <a:p>
            <a:r>
              <a:t>• Remove blank rows</a:t>
            </a:r>
          </a:p>
          <a:p>
            <a:r>
              <a:t>• Set correct data types</a:t>
            </a:r>
          </a:p>
          <a:p>
            <a:r>
              <a:t>• Create Year, Month, MonthNumber columns</a:t>
            </a:r>
          </a:p>
          <a:p>
            <a:r>
              <a:t>• Use Trim/Clean for text fields</a:t>
            </a:r>
          </a:p>
          <a:p>
            <a:r>
              <a:t>• Close &amp; Apply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Create a Date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Modeling → New Table:</a:t>
            </a:r>
          </a:p>
          <a:p>
            <a:r>
              <a:t>Date = CALENDAR(...)</a:t>
            </a:r>
          </a:p>
          <a:p>
            <a:r>
              <a:t>• Add Year, MonthName, MonthNumber, YearMonth</a:t>
            </a:r>
          </a:p>
          <a:p>
            <a:r>
              <a:t>• Mark as Date 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4) Create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Date[Date] → SalesData[salesDate] (Active)</a:t>
            </a:r>
          </a:p>
          <a:p>
            <a:r>
              <a:t>• Date[Date] → orderDate (Inactive)</a:t>
            </a:r>
          </a:p>
          <a:p>
            <a:r>
              <a:t>• Date[Date] → shipDate (Inactive)</a:t>
            </a:r>
          </a:p>
          <a:p>
            <a:r>
              <a:t>• Use USERELATIONSHIP when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5) Create DAX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Total Orders</a:t>
            </a:r>
          </a:p>
          <a:p>
            <a:r>
              <a:t>• Avg Order Value</a:t>
            </a:r>
          </a:p>
          <a:p>
            <a:r>
              <a:t>• Profit Margin %</a:t>
            </a:r>
          </a:p>
          <a:p>
            <a:r>
              <a:t>• YoY measures</a:t>
            </a:r>
          </a:p>
          <a:p>
            <a:r>
              <a:t>• Delivery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6) Month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Sort MonthName by MonthNumber using Column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7) Create Pages -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KPI Cards</a:t>
            </a:r>
          </a:p>
          <a:p>
            <a:r>
              <a:t>• Monthly Time Series</a:t>
            </a:r>
          </a:p>
          <a:p>
            <a:r>
              <a:t>• Sales by Category</a:t>
            </a:r>
          </a:p>
          <a:p>
            <a:r>
              <a:t>• Sales by Region</a:t>
            </a:r>
          </a:p>
          <a:p>
            <a:r>
              <a:t>• Slicers: Year, Month, Category, Region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8) Page 2 - 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Products chart</a:t>
            </a:r>
          </a:p>
          <a:p>
            <a:r>
              <a:t>• Product matrix</a:t>
            </a:r>
          </a:p>
          <a:p>
            <a:r>
              <a:t>• Quantity trend line</a:t>
            </a:r>
          </a:p>
          <a:p>
            <a:r>
              <a:t>• Category/Product slicers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